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Namaste judges. Humne banaya hai Wayze: 100% offline indoor navigation jo white cane ka sahayak hai, uska badal nahi.</a:t>
            </a:r>
          </a:p>
          <a:p/>
          <a:p>
            <a:r>
              <a:t>SLIDE OBJECTIVE:</a:t>
            </a:r>
          </a:p>
          <a:p>
            <a:r>
              <a:t>Offline-First Indoor Navigation &amp; Hazard Alert for Visually Impaired Users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White cane zameen ke liye best hai par head-level hazards nahi dekhta. Aur cloud AI 500ms lag karta hai jo indoor safety mein dangerous hai.</a:t>
            </a:r>
          </a:p>
          <a:p/>
          <a:p>
            <a:r>
              <a:t>SLIDE OBJECTIVE:</a:t>
            </a:r>
          </a:p>
          <a:p>
            <a:r>
              <a:t>Why the white cane and cloud AI both leave users vulnerable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India ke majority blind users budget 4GB RAM phones use karte hain. Unke liye humne screen-off, phone-only offline navigation banayi hai.</a:t>
            </a:r>
          </a:p>
          <a:p/>
          <a:p>
            <a:r>
              <a:t>SLIDE OBJECTIVE:</a:t>
            </a:r>
          </a:p>
          <a:p>
            <a:r>
              <a:t>Designing for the bottom 95% of visually impaired users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Wayze local CPU pe chalta hai, room graph se rasta batata hai, aur seedhi ya obstacle aane par turant heavy vibration alert deta hai.</a:t>
            </a:r>
          </a:p>
          <a:p/>
          <a:p>
            <a:r>
              <a:t>SLIDE OBJECTIVE:</a:t>
            </a:r>
          </a:p>
          <a:p>
            <a:r>
              <a:t>An intelligent situational awareness layer that respects the white cane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Camera aur ML native Kotlin mein RAM ke andar chalte hain, aur state machine, alerts, aur graph routing Flutter Dart mein handle hoti hai.</a:t>
            </a:r>
          </a:p>
          <a:p/>
          <a:p>
            <a:r>
              <a:t>SLIDE OBJECTIVE:</a:t>
            </a:r>
          </a:p>
          <a:p>
            <a:r>
              <a:t>Separation of real-time camera memory from high-level state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Frame RAM mein preprocess hota hai, model infer karta hai, zone math lagta hai, aur 2-3 frame confirm hone ke baad hi alert bolta hai.</a:t>
            </a:r>
          </a:p>
          <a:p/>
          <a:p>
            <a:r>
              <a:t>SLIDE OBJECTIVE:</a:t>
            </a:r>
          </a:p>
          <a:p>
            <a:r>
              <a:t>From raw camera frame in RAM to spoken prompt in &lt;100 milliseconds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Kaanch ke darwaze pe camera dhokha kha sakta hai, par cane ka sensor pakad leta hai. Downward sensor 145cm se zyada hote hi seedhi ka alert deta hai.</a:t>
            </a:r>
          </a:p>
          <a:p/>
          <a:p>
            <a:r>
              <a:t>SLIDE OBJECTIVE:</a:t>
            </a:r>
          </a:p>
          <a:p>
            <a:r>
              <a:t>Combining optical vision with direct distance measurements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P0 alert aate hi active speech beech mein rukti hai aur heavy vibration bajta hai. 3 second cooldown faltu chatter rokta hai.</a:t>
            </a:r>
          </a:p>
          <a:p/>
          <a:p>
            <a:r>
              <a:t>SLIDE OBJECTIVE:</a:t>
            </a:r>
          </a:p>
          <a:p>
            <a:r>
              <a:t>Delivering critical cues without fatiguing the blind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Koi bhi photo ya video phone memory mein save nahi hoti aur na internet pe jati hai. Sab kuch private local database mein rehta hai.</a:t>
            </a:r>
          </a:p>
          <a:p/>
          <a:p>
            <a:r>
              <a:t>SLIDE OBJECTIVE:</a:t>
            </a:r>
          </a:p>
          <a:p>
            <a:r>
              <a:t>Blind users have absolute right to private home surroundings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Budget phones pe GPU aur NNAPI overheat hoke crash kar dete hain. Humne CPU XNNPACK chuna jo 100% stable rehta hai aur battery bachata hai.</a:t>
            </a:r>
          </a:p>
          <a:p/>
          <a:p>
            <a:r>
              <a:t>SLIDE OBJECTIVE:</a:t>
            </a:r>
          </a:p>
          <a:p>
            <a:r>
              <a:t>Avoiding thermal collapse and driver fragmentation on budget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Agar app shaant ho jaye toh user ko lag sakta hai rasta clear hai. Isiliye heartbeat tick aur 3-crash Safe Mode user ko protect karte hain.</a:t>
            </a:r>
          </a:p>
          <a:p/>
          <a:p>
            <a:r>
              <a:t>SLIDE OBJECTIVE:</a:t>
            </a:r>
          </a:p>
          <a:p>
            <a:r>
              <a:t>Core Rule: 'Silence never means safe'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WeWALK ₹55,000 ki hai aur Seeing AI cloud pe chalta hai. Wayze offline phone app free deta hai aur future cane sirf ₹1,800 target karti hai.</a:t>
            </a:r>
          </a:p>
          <a:p/>
          <a:p>
            <a:r>
              <a:t>SLIDE OBJECTIVE:</a:t>
            </a:r>
          </a:p>
          <a:p>
            <a:r>
              <a:t>Why existing tools leave a massive accessibility 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109 tests passing hain, software pipeline ready hai. Par humne abhi tak cane fabricate nahi ki hai aur blind user testing Phase 2 mein honi hai.</a:t>
            </a:r>
          </a:p>
          <a:p/>
          <a:p>
            <a:r>
              <a:t>SLIDE OBJECTIVE:</a:t>
            </a:r>
          </a:p>
          <a:p>
            <a:r>
              <a:t>Engineering transparency: Separating proven code from hardware goals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Demo mein hum airplane mode show karenge, live chair bounding box dekhenge, aur 40cm pe speech cut hoke heavy vibration prove karenge.</a:t>
            </a:r>
          </a:p>
          <a:p/>
          <a:p>
            <a:r>
              <a:t>SLIDE OBJECTIVE:</a:t>
            </a:r>
          </a:p>
          <a:p>
            <a:r>
              <a:t>5-minute offline verification using real Android phone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Inference bill zero hai. Phase 2 mein 50 blind students ke saath pilot karenge, aur Phase 3 mein 100 cane prototypes fabricate karenge.</a:t>
            </a:r>
          </a:p>
          <a:p/>
          <a:p>
            <a:r>
              <a:t>SLIDE OBJECTIVE:</a:t>
            </a:r>
          </a:p>
          <a:p>
            <a:r>
              <a:t>From open-source software to institutional subsidized hardware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Hume ₹15 Lakhs ka grant aur Blind Schools ke saath pilot connects chahiye. Safed chhadi ne unhe chalna sikhaya, Wayze unhe aazadi dega.</a:t>
            </a:r>
          </a:p>
          <a:p/>
          <a:p>
            <a:r>
              <a:t>SLIDE OBJECTIVE:</a:t>
            </a:r>
          </a:p>
          <a:p>
            <a:r>
              <a:t>Assisting blind mobility with dignity, speed, and safety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01 // PROJECT VISION &amp;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WAYZE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Offline-First Indoor Navigation &amp; Hazard Alert for Visually Impaired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3301898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Core Mission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A supplement to the white cane, never a replacement.</a:t>
            </a:r>
            <a:br/>
            <a:r>
              <a:t>Real-time edge AI navigation that works completely offline with the screen 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4898" y="1874520"/>
            <a:ext cx="3301898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CFF"/>
                </a:solidFill>
              </a:defRPr>
            </a:pPr>
            <a:r>
              <a:t>Key Innovation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Quantized YOLOv8n running directly on budget phone CPU (XNNPACK).</a:t>
            </a:r>
            <a:br/>
            <a:r>
              <a:t>Zero cloud bill. Zero image storage. Sub-70ms target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2556" y="1874520"/>
            <a:ext cx="3301898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9716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Founding Team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Student Builders &amp; Embedded Engineers | India</a:t>
            </a:r>
            <a:br/>
            <a:r>
              <a:t>Contact: founder@wayze.in | Open-source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"Namaste judges. Humne banaya hai Wayze: 100% offline indoor navigation jo white cane ka sahayak hai, uska badal nahi."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02 //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Indoor Blind Mobility Gap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Why the white cane and cloud AI both leave users vulnerable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3301898" cy="7315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252"/>
                </a:solidFill>
              </a:defRPr>
            </a:pPr>
            <a:r>
              <a:t>White Cane Limit: 1 Meter Ground Only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Cannot detect chest/head-height hazards: open cupboards, signs, hanging wires.</a:t>
            </a:r>
            <a:br/>
            <a:r>
              <a:t>• Zero directional guidance: cannot tell 'door is 3m straight, then turn left'.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4898" y="1874520"/>
            <a:ext cx="3301898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Cloud Vision AI is Too Slow &amp; Expensive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250ms - 800ms network lag causes staircase falls.</a:t>
            </a:r>
            <a:br/>
            <a:r>
              <a:t>• 0.9 GB data/hour exhausts budget mobile plans in 90 minutes.</a:t>
            </a:r>
            <a:br/>
            <a:r>
              <a:t>• $2-5/month server fees make it unaffordable for Indian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2556" y="1874520"/>
            <a:ext cx="3301898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9716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CFF"/>
                </a:solidFill>
              </a:defRPr>
            </a:pPr>
            <a:r>
              <a:t>No Indoor GPS Exists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Satellite GPS signals do not penetrate concrete roofs.</a:t>
            </a:r>
            <a:br/>
            <a:r>
              <a:t>• Indoor beacons/tags are absent in 99% of Indian homes and public spaces.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"White cane zameen ke liye best hai par head-level hazards nahi dekhta. Aur cloud AI 500ms lag karta hai jo indoor safety mein dangerous hai."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03 // 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Reality of Budget Indian Smartphones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Designing for the bottom 95% of visually impaired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3301898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Target Device Profile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Sub-₹12,000 Android phones ($140).</a:t>
            </a:r>
            <a:br/>
            <a:r>
              <a:t>• 3GB to 4GB RAM total.</a:t>
            </a:r>
            <a:br/>
            <a:r>
              <a:t>• MediaTek Helio G85 / Snapdragon 680.</a:t>
            </a:r>
            <a:br/>
            <a:r>
              <a:t>• Cortex-A55 efficiency CPU 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4898" y="1874520"/>
            <a:ext cx="3301898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CFF"/>
                </a:solidFill>
              </a:defRPr>
            </a:pPr>
            <a:r>
              <a:t>Interaction Reality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Users cannot stare at screens or tap tiny buttons.</a:t>
            </a:r>
            <a:br/>
            <a:r>
              <a:t>• Phone is worn on a chest lanyard.</a:t>
            </a:r>
            <a:br/>
            <a:r>
              <a:t>• Screen must stay completely OFF.</a:t>
            </a:r>
            <a:br/>
            <a:r>
              <a:t>• Audio via earbud + heavy tactile haptics.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2556" y="1874520"/>
            <a:ext cx="3301898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9716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Hardware Constraint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User has NO smart cane today.</a:t>
            </a:r>
            <a:br/>
            <a:r>
              <a:t>• App MUST function in 'Phone-Only Mode' now.</a:t>
            </a:r>
            <a:br/>
            <a:r>
              <a:t>• Future BLE cane must connect with zero app logic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"India ke majority blind users budget 4GB RAM phones use karte hain. Unke liye humne screen-off, phone-only offline navigation banayi hai."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04 //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Wayze: Offline Edge AI Co-Pilot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An intelligent situational awareness layer that respects the white cane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3301898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CFF"/>
                </a:solidFill>
              </a:defRPr>
            </a:pPr>
            <a:r>
              <a:t>100% On-Device Edge AI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YOLOv8n quantized to INT8 running locally on ARM CPU via XNNPACK.</a:t>
            </a:r>
            <a:br/>
            <a:r>
              <a:t>Target 40-70ms inference. $0 cloud bill. Airplane-mode operational.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4898" y="1874520"/>
            <a:ext cx="3301898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Room Graph Dijkstra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Pre-mapped topological room graph in private SQLite storage.</a:t>
            </a:r>
            <a:br/>
            <a:r>
              <a:t>Calculates step-by-step spoken instructions: '5 steps straight, turn left'.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2556" y="1874520"/>
            <a:ext cx="3301898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9716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Sensor Fusion &amp; Drop-Off Protection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Fuses vision threat scores with downward range sensors.</a:t>
            </a:r>
            <a:br/>
            <a:r>
              <a:t>Detects staircase drop-offs in &lt;100ms with P0 preemption.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"Wayze local CPU pe chalta hai, room graph se rasta batata hai, aur seedhi ya obstacle aane par turant heavy vibration alert deta hai."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05 //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Production Architecture: Kotlin + Flutter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Separation of real-time camera memory from high-level state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3301898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CFF"/>
                </a:solidFill>
              </a:defRPr>
            </a:pPr>
            <a:r>
              <a:t>Native Android Layer (Kotlin)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CameraX 30 FPS with STRATEGY_KEEP_ONLY_LATEST.</a:t>
            </a:r>
            <a:br/>
            <a:r>
              <a:t>• Direct ByteBuffer zero-alloc YUV to RGB letterbox 320x320.</a:t>
            </a:r>
            <a:br/>
            <a:r>
              <a:t>• TFLite with 2-thread XNNPACK delegate.</a:t>
            </a:r>
            <a:br/>
            <a:r>
              <a:t>• Foreground Service with PARTIAL_WAKE_LOCK.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4898" y="1874520"/>
            <a:ext cx="3301898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Flutter Domain Layer (Dart)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IoU + Kalman Tracker across frames.</a:t>
            </a:r>
            <a:br/>
            <a:r>
              <a:t>• Horizontal Field of View (HFOV) Zone Mapping.</a:t>
            </a:r>
            <a:br/>
            <a:r>
              <a:t>• Sensor Fusion Engine (Vision + Phone IMU + Cane).</a:t>
            </a:r>
            <a:br/>
            <a:r>
              <a:t>• In-Memory Dijkstra Navigation Graph in SQLite.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2556" y="1874520"/>
            <a:ext cx="3301898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9716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User Experience Layer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Offline Vosk Hindi + English Speech Recognition.</a:t>
            </a:r>
            <a:br/>
            <a:r>
              <a:t>• Alert Priority Queue (P0 Danger, P1 Nav, P2 Info).</a:t>
            </a:r>
            <a:br/>
            <a:r>
              <a:t>• Multi-modal outputs: Android TTS + Haptic feedback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"Camera aur ML native Kotlin mein RAM ke andar chalte hain, aur state machine, alerts, aur graph routing Flutter Dart mein handle hoti hai."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06 // VISION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Image-to-Alert: 6-Stage Processing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From raw camera frame in RAM to spoken prompt in &lt;100 milliseconds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76423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788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2384983" cy="73152"/>
          </a:xfrm>
          <a:prstGeom prst="rect">
            <a:avLst/>
          </a:prstGeom>
          <a:solidFill>
            <a:srgbClr val="788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11066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88CA5"/>
                </a:solidFill>
              </a:defRPr>
            </a:pPr>
            <a:r>
              <a:t>1. Zero-Allocation Capture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CameraX captures YUV420 frame -&gt; directly letterboxed into preallocated 320x320 buffer in RAM. Never saved to flash.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2263" y="1828800"/>
            <a:ext cx="2476423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7983" y="1874520"/>
            <a:ext cx="2384983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057400"/>
            <a:ext cx="211066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CFF"/>
                </a:solidFill>
              </a:defRPr>
            </a:pPr>
            <a:r>
              <a:t>2. INT8 Inference &amp; NMS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TFLite runs on CPU via XNNPACK (40-70ms target) -&gt; produces [1, 4+nc, 2100] tensor -&gt; class-wise NMS at IoU 0.45.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828800"/>
            <a:ext cx="2476423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74520"/>
            <a:ext cx="2384983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2057400"/>
            <a:ext cx="211066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3. Zone &amp; Threat Scoring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HFOV bearing angle: Left (&lt;-12°), Center (±12°), Right (&gt;+12°).</a:t>
            </a:r>
            <a:br/>
            <a:r>
              <a:t>Threat Score = Zone + Area Growth + Bottom-Y floor position.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3751" y="1828800"/>
            <a:ext cx="2476423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29471" y="1874520"/>
            <a:ext cx="2384983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6631" y="2057400"/>
            <a:ext cx="211066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4. Temporal Confirmation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2-3 consecutive confirming frames required before alert fires. Prevents false alarms from camera jitter.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"Frame RAM mein preprocess hota hai, model infer karta hai, zone math lagta hai, aur 2-3 frame confirm hone ke baad hi alert bolta hai."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07 // HARDWARE &amp;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Sensor Fusion &amp; The Smart Cane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Combining optical vision with direct distance measurements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3301898" cy="7315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252"/>
                </a:solidFill>
              </a:defRPr>
            </a:pPr>
            <a:r>
              <a:t>The Glass Door Rule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Cameras see clear path, but cane ultrasonic detects solid barrier &lt;50cm.</a:t>
            </a:r>
            <a:br/>
            <a:r>
              <a:t>Fusion Engine overrides vision -&gt; Fires immediate P0 Alert: 'Obstacle 40cm ahead'.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4898" y="1874520"/>
            <a:ext cx="3301898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Stairs Down Drop-Off Rule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Downward ground range normal = 110cm.</a:t>
            </a:r>
            <a:br/>
            <a:r>
              <a:t>If downward distance &gt; 145cm for &gt;= 2 consecutive samples:</a:t>
            </a:r>
            <a:br/>
            <a:r>
              <a:t>Triggers P0 Emergency: 'Stairs down ahead. Stop.'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2556" y="1874520"/>
            <a:ext cx="3301898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9716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CFF"/>
                </a:solidFill>
              </a:defRPr>
            </a:pPr>
            <a:r>
              <a:t>Smart Cane Hardware (Simulated)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ESP32-S3 microcontroller with BLE 5.0.</a:t>
            </a:r>
            <a:br/>
            <a:r>
              <a:t>• VL53L1X ToF (downward) + Ultrasonic (front).</a:t>
            </a:r>
            <a:br/>
            <a:r>
              <a:t>• Haptic grip motor + 18650 Li-ion battery.</a:t>
            </a:r>
            <a:br/>
            <a:r>
              <a:t>• Target BOM: $19.20 @ 10,000 units (~₹1,600).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"Kaanch ke darwaze pe camera dhokha kha sakta hai, par cane ka sensor pakad leta hai. Downward sensor 145cm se zyada hote hi seedhi ka alert deta hai."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08 // AUDIO &amp; VOICE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Voice Engine &amp; Alert Prioritization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Delivering critical cues without fatiguing the blind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76423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2384983" cy="7315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11066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252"/>
                </a:solidFill>
              </a:defRPr>
            </a:pPr>
            <a:r>
              <a:t>P0 Danger (Emergency)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Drop-off, stairs down, obstacle &lt;50cm.</a:t>
            </a:r>
            <a:br/>
            <a:r>
              <a:t>Flushes lower queue, INTERRUPTS active TTS speech mid-word, fires 400ms heavy vibration.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2263" y="1828800"/>
            <a:ext cx="2476423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7983" y="1874520"/>
            <a:ext cx="2384983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057400"/>
            <a:ext cx="211066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P1 Navigation (Turn Guidance)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'Turn left in 3 meters'. Expires after 2 seconds if delayed. Double short vibration pulse (80ms + 80ms).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828800"/>
            <a:ext cx="2476423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74520"/>
            <a:ext cx="2384983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2057400"/>
            <a:ext cx="211066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P2 Info &amp; Cooldown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'Table on your right'. Spoken ONLY when system is fully idle.</a:t>
            </a:r>
            <a:br/>
            <a:r>
              <a:t>3-second cooldown per (class, zone) prevents repetitive spam.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3751" y="1828800"/>
            <a:ext cx="2476423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29471" y="1874520"/>
            <a:ext cx="2384983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6631" y="2057400"/>
            <a:ext cx="211066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CFF"/>
                </a:solidFill>
              </a:defRPr>
            </a:pPr>
            <a:r>
              <a:t>Offline Vosk Voice Assistant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Offline Hindi + English restricted grammar. 4-step repair ladder:</a:t>
            </a:r>
            <a:br/>
            <a:r>
              <a:t>Soft retry -&gt; Guided options -&gt; Yes/No confirm -&gt; Hardware button fallback.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"P0 alert aate hi active speech beech mein rukti hai aur heavy vibration bajta hai. 3 second cooldown faltu chatter rokta hai."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09 // DATA PRIVACY &amp;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Privacy By Design: Zero Cloud, Zero Photos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Blind users have absolute right to private home surroundings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3301898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Camera Frames: RAM Only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Video frames exist only in volatile RAM buffers for ~33ms.</a:t>
            </a:r>
            <a:br/>
            <a:r>
              <a:t>Frames are immediately overwritten and discarded.</a:t>
            </a:r>
            <a:br/>
            <a:r>
              <a:t>Zero images saved to disk. Zero images sent to any server.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4898" y="1874520"/>
            <a:ext cx="3301898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CFF"/>
                </a:solidFill>
              </a:defRPr>
            </a:pPr>
            <a:r>
              <a:t>Local Sandboxed Storage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Room Maps: Private SQLite database in app sandbox.</a:t>
            </a:r>
            <a:br/>
            <a:r>
              <a:t>• Settings: SharedPreferences (voice rate, language).</a:t>
            </a:r>
            <a:br/>
            <a:r>
              <a:t>• Logs: 5MB text-only rotating circular buffer (7 days max).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2556" y="1874520"/>
            <a:ext cx="3301898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9716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Optional Telemetry: Off by Default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No automatic cloud sync. User must explicitly opt-in to 'Improve the App'.</a:t>
            </a:r>
            <a:br/>
            <a:r>
              <a:t>Telemetry sends only text crash stack traces—never audio or video.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"Koi bhi photo ya video phone memory mein save nahi hoti aur na internet pe jati hai. Sab kuch private local database mein rehta hai."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10 // ENGINEERING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Edge Compute: Why CPU Beats Mobile GPU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Avoiding thermal collapse and driver fragmentation on budget devices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3301898" cy="7315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252"/>
                </a:solidFill>
              </a:defRPr>
            </a:pPr>
            <a:r>
              <a:t>The Mobile GPU/NNAPI Trap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Budget Helio G85 &amp; Snapdragon 680 chips have fragmented, buggy NNAPI drivers.</a:t>
            </a:r>
            <a:br/>
            <a:r>
              <a:t>Mobile GPUs cause severe thermal throttling within 10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4898" y="1874520"/>
            <a:ext cx="3301898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ARM CPU + XNNPACK Solution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Pinned to 2 Cortex-A55 efficiency cores with hand-tuned ARM assembly.</a:t>
            </a:r>
            <a:br/>
            <a:r>
              <a:t>Deterministic execution, zero driver crashes, highly stable 40-70ms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2556" y="1874520"/>
            <a:ext cx="3301898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9716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CFF"/>
                </a:solidFill>
              </a:defRPr>
            </a:pPr>
            <a:r>
              <a:t>Stationary Adaptive Throttling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Phone IMU senses when the user stops walking.</a:t>
            </a:r>
            <a:br/>
            <a:r>
              <a:t>Inference drops automatically from 10 FPS to 4 FPS, cutting battery &amp; heat by 60%.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"Budget phones pe GPU aur NNAPI overheat hoke crash kar dete hain. Humne CPU XNNPACK chuna jo 100% stable rehta hai aur battery bachata hai."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11 // FAIL-SAFE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Life-Safety Reliability &amp; Safe Mode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Core Rule: 'Silence never means safe'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3301898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2000ms Vision Watchdog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If camera freezes for &gt;2s, automatically restarts vision pipeline up to 3x.</a:t>
            </a:r>
            <a:br/>
            <a:r>
              <a:t>If restarts fail: 'Vision stopped. Sensor and map mode active.'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4898" y="1874520"/>
            <a:ext cx="3301898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CFF"/>
                </a:solidFill>
              </a:defRPr>
            </a:pPr>
            <a:r>
              <a:t>25-Second Heartbeat Tick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Periodic subtle haptic tick every 25 seconds while navigating.</a:t>
            </a:r>
            <a:br/>
            <a:r>
              <a:t>If the ticks stop, user immediately knows the app or phone has died.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2556" y="1874520"/>
            <a:ext cx="3301898" cy="7315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9716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252"/>
                </a:solidFill>
              </a:defRPr>
            </a:pPr>
            <a:r>
              <a:t>Crash-Loop SAFE MODE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3 crashes in 5 minutes triggers permanent Safe Mode lockdown.</a:t>
            </a:r>
            <a:br/>
            <a:r>
              <a:t>Camera/voice killed. Giant tactile button. 'Wayze is in safe mode. Use your cane.'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"Agar app shaant ho jaye toh user ko lag sakta hai rasta clear hai. Isiliye heartbeat tick aur 3-crash Safe Mode user ko protect karte hain."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12 // 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Market Comparison: Assistive Navigation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Why existing tools leave a massive accessibility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76423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788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2384983" cy="73152"/>
          </a:xfrm>
          <a:prstGeom prst="rect">
            <a:avLst/>
          </a:prstGeom>
          <a:solidFill>
            <a:srgbClr val="788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11066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88CA5"/>
                </a:solidFill>
              </a:defRPr>
            </a:pPr>
            <a:r>
              <a:t>WeWALK Smart Cane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Price: ₹55,000+ ($600) [Verify before presenting].</a:t>
            </a:r>
            <a:br/>
            <a:r>
              <a:t>High-end ultrasonic handle, but NO on-device computer vision, no room graph, requires cloud.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2263" y="1828800"/>
            <a:ext cx="2476423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788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7983" y="1874520"/>
            <a:ext cx="2384983" cy="73152"/>
          </a:xfrm>
          <a:prstGeom prst="rect">
            <a:avLst/>
          </a:prstGeom>
          <a:solidFill>
            <a:srgbClr val="788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057400"/>
            <a:ext cx="211066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88CA5"/>
                </a:solidFill>
              </a:defRPr>
            </a:pPr>
            <a:r>
              <a:t>IIT Delhi SmartCane / UltraCane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Price: ₹3,500 - ₹10,000 [Verify before presenting].</a:t>
            </a:r>
            <a:br/>
            <a:r>
              <a:t>Simple ultrasonic beeper on cane. No object recognition, no spoken turn directions.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828800"/>
            <a:ext cx="2476423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788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74520"/>
            <a:ext cx="2384983" cy="73152"/>
          </a:xfrm>
          <a:prstGeom prst="rect">
            <a:avLst/>
          </a:prstGeom>
          <a:solidFill>
            <a:srgbClr val="788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2057400"/>
            <a:ext cx="211066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88CA5"/>
                </a:solidFill>
              </a:defRPr>
            </a:pPr>
            <a:r>
              <a:t>Seeing AI / Be My Eyes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Price: Free (Software).</a:t>
            </a:r>
            <a:br/>
            <a:r>
              <a:t>Cloud scene description apps. Requires 4G/5G, 2-3s delay, photo taking. Not for real-time walking guidance.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3751" y="1828800"/>
            <a:ext cx="2476423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29471" y="1874520"/>
            <a:ext cx="2384983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6631" y="2057400"/>
            <a:ext cx="2110663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WAYZE (Our Edge)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Price: App FREE / Future Cane Target BOM: ₹1,800 ($22).</a:t>
            </a:r>
            <a:br/>
            <a:r>
              <a:t>100% Offline-first, on-device YOLOv8, Dijkstra room graph, drop-off fusion, screen-off operation.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"WeWALK ₹55,000 ki hai aur Seeing AI cloud pe chalta hai. Wayze offline phone app free deta hai aur future cane sirf ₹1,800 target karti hai."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13 //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Honesty Board: Verified vs Targets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Engineering transparency: Separating proven code from hardware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3301898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VERIFIED &amp; WORKING NOW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109 automated unit &amp; integration tests passing.</a:t>
            </a:r>
            <a:br/>
            <a:r>
              <a:t>• Alert priority preemption, 3s cooldown, drop-off rule logic.</a:t>
            </a:r>
            <a:br/>
            <a:r>
              <a:t>• Offline Vosk Hindi/English intent matcher &amp; repair ladder.</a:t>
            </a:r>
            <a:br/>
            <a:r>
              <a:t>• SQLite atomic map writes with .bak restoration.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4898" y="1874520"/>
            <a:ext cx="3301898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TARGETS &amp; ESTIMATES (To Be Measured on Hardware)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Inference latency target: 40-70 ms on Snapdragon 680.</a:t>
            </a:r>
            <a:br/>
            <a:r>
              <a:t>• Battery drain estimate: ~8-14% per hour continuous analysis.</a:t>
            </a:r>
            <a:br/>
            <a:r>
              <a:t>• Smart cane BOM estimate: $19.20 @ 10,000 units.</a:t>
            </a:r>
            <a:br/>
            <a:r>
              <a:t>• Lab validation accuracy: 75.5% mAP@50 (model_facts.json).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2556" y="1874520"/>
            <a:ext cx="3301898" cy="7315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9716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252"/>
                </a:solidFill>
              </a:defRPr>
            </a:pPr>
            <a:r>
              <a:t>WHAT IS NOT DONE YET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NO physical smart cane fabricated yet (architecture simulated).</a:t>
            </a:r>
            <a:br/>
            <a:r>
              <a:t>• NO clinical blind-user field trials conducted yet.</a:t>
            </a:r>
            <a:br/>
            <a:r>
              <a:t>• Phase 2 milestone: 50 visually impaired student pilot.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"109 tests passing hain, software pipeline ready hai. Par humne abhi tak cane fabricate nahi ki hai aur blind user testing Phase 2 mein honi hai."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14 //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Live Demonstration Architecture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5-minute offline verification using real Android phone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3301898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CFF"/>
                </a:solidFill>
              </a:defRPr>
            </a:pPr>
            <a:r>
              <a:t>1. Airplane Mode Verification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Wi-Fi &amp; Data OFF. Hardware Volume-Up pressed -&gt; speaks 'Where am I' instantly using offline Vosk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4898" y="1874520"/>
            <a:ext cx="3301898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2. Real-Time Vision &amp; Zones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Camera points at chair -&gt; Live bounding box overlay -&gt; p50 latency counter -&gt; Left/Center/Right zone pan.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2556" y="1874520"/>
            <a:ext cx="3301898" cy="7315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9716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252"/>
                </a:solidFill>
              </a:defRPr>
            </a:pPr>
            <a:r>
              <a:t>3. P0 Danger Preemption Test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Navigation speaks -&gt; Mock cane distance pulled to 35cm -&gt; Immediate voice cut, heavy 400ms buzz, 'Obstacle ahead stop!'.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"Demo mein hum airplane mode show karenge, live chair bounding box dekhenge, aur 40cm pe speech cut hoke heavy vibration prove karenge."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15 // COMMERCIAL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Unit Economics &amp; 4-Phase Roadmap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From open-source software to institutional subsidized hardware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3301898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Unit Economics @ Scale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Cloud Inference Bill: $0.00 / month.</a:t>
            </a:r>
            <a:br/>
            <a:r>
              <a:t>• Static Map CDN / Crashlytics: $0.05 - $0.40 / user / month.</a:t>
            </a:r>
            <a:br/>
            <a:r>
              <a:t>• Smart Cane BOM: $19.20 (~₹1,600) @ 10k units.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4898" y="1874520"/>
            <a:ext cx="3301898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CFF"/>
                </a:solidFill>
              </a:defRPr>
            </a:pPr>
            <a:r>
              <a:t>Phase 1 &amp; 2 (Now - Month 4)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Phase 1: Complete offline Android app &amp; test harness (DONE).</a:t>
            </a:r>
            <a:br/>
            <a:r>
              <a:t>• Phase 2: 50-user Blind School pilot (NAB Delhi / BPA Ahmedabad).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2556" y="1874520"/>
            <a:ext cx="3301898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9716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Phase 3 &amp; 4 (Month 5 - 12)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Phase 3: 100 prototype canes fabrication, WPC/BIS safety certification.</a:t>
            </a:r>
            <a:br/>
            <a:r>
              <a:t>• Phase 4: B2G ADIP Scheme subsidy &amp; transit hub indoor map packs.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"Inference bill zero hai. Phase 2 mein 50 blind students ke saath pilot karenge, aur Phase 3 mein 100 cane prototypes fabricate karenge."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</a:defRPr>
            </a:pPr>
            <a:r>
              <a:t>SLIDE 16 //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Ask: Empowering Independence</a:t>
            </a:r>
          </a:p>
          <a:p>
            <a:pPr>
              <a:defRPr sz="1400">
                <a:solidFill>
                  <a:srgbClr val="A0AFC8"/>
                </a:solidFill>
              </a:defRPr>
            </a:pPr>
            <a:r>
              <a:t>Assisting blind mobility with dignity, speed, and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20"/>
            <a:ext cx="3301898" cy="73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Grant Funding: ₹15 Lakhs ($18,000)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₹6 Lakhs (40%): 100 Smart Cane prototype fabrication &amp; tooling.</a:t>
            </a:r>
            <a:br/>
            <a:r>
              <a:t>• ₹5 Lakhs (33%): 50-user Blind School trials &amp; localized voice datasets.</a:t>
            </a:r>
            <a:br/>
            <a:r>
              <a:t>• ₹4 Lakhs (27%): WPC / BIS wireless certification &amp; ground truth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4898" y="1874520"/>
            <a:ext cx="3301898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2058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CFF"/>
                </a:solidFill>
              </a:defRPr>
            </a:pPr>
            <a:r>
              <a:t>Mentorship &amp; Institutional Access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Seeking connections with National Association for the Blind (NAB),</a:t>
            </a:r>
            <a:br/>
            <a:r>
              <a:t>rehabilitation clinics, and assistive hardware manufacturing mentors.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28800"/>
            <a:ext cx="3393338" cy="4023360"/>
          </a:xfrm>
          <a:prstGeom prst="roundRect">
            <a:avLst/>
          </a:prstGeom>
          <a:solidFill>
            <a:srgbClr val="1A1F2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2556" y="1874520"/>
            <a:ext cx="3301898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9716" y="2057400"/>
            <a:ext cx="302757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Our Closing Commitment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White canes taught them to walk.</a:t>
            </a:r>
            <a:br/>
            <a:r>
              <a:t>Wayze will teach them to walk without fear.</a:t>
            </a:r>
            <a:br/>
            <a:r>
              <a:t>Thank you! We are ready for your 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FAA00"/>
                </a:solidFill>
              </a:defRPr>
            </a:pPr>
            <a:r>
              <a:t>🗣️ SPEAKER HINGLISH CUE: "Hume ₹15 Lakhs ka grant aur Blind Schools ke saath pilot connects chahiye. Safed chhadi ne unhe chalna sikhaya, Wayze unhe aazadi dega."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